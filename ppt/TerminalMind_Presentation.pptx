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./launch_presentation.sh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31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Linux Copilot Agent  &amp;  AI Presenter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7863840" cy="1554480"/>
          </a:xfrm>
          <a:prstGeom prst="roundRect">
            <a:avLst>
              <a:gd name="adj" fmla="val 4118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214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" y="21214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" y="21214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99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terminalmind ~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how much disk space is left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250" dirty="0">
                <a:solidFill>
                  <a:srgbClr val="88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'df -h' — 42GB free of 100GB. You're good.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944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that build error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250" dirty="0">
                <a:solidFill>
                  <a:srgbClr val="88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dependency — install libssl-dev and retry.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587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Eliezer 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8587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25ETCS126018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3858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40325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42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4416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Ramaiah University of Applied Sciences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42428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LEADER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44165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Narendra Babu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— OPENING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Natural Language &amp; Linux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TerminalMind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AI-powered Linux Copilot Agent, presented alongside its companion, the TerminalMind AI Presenter.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simple: close the gap between everyday human language and Linux system interaction — using artificial intelligence as the translator.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167128"/>
            <a:ext cx="914" cy="237744"/>
          </a:xfrm>
          <a:prstGeom prst="line">
            <a:avLst/>
          </a:prstGeom>
          <a:noFill/>
          <a:ln w="19050">
            <a:solidFill>
              <a:srgbClr val="232C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3172968"/>
            <a:ext cx="914" cy="237744"/>
          </a:xfrm>
          <a:prstGeom prst="line">
            <a:avLst/>
          </a:prstGeom>
          <a:noFill/>
          <a:ln w="19050">
            <a:solidFill>
              <a:srgbClr val="232C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2220" y="1394460"/>
            <a:ext cx="777240" cy="7772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8758" y="1580998"/>
            <a:ext cx="404165" cy="4041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2203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 LANGUAGE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32220" y="2400300"/>
            <a:ext cx="777240" cy="77724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758" y="2586838"/>
            <a:ext cx="404165" cy="4041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3209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REASONING ENGINE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32220" y="3406140"/>
            <a:ext cx="777240" cy="7772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58" y="359267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SYSTEM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— PROBLEM STATEMENT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Usability Gap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794760" cy="3200400"/>
          </a:xfrm>
          <a:prstGeom prst="roundRect">
            <a:avLst>
              <a:gd name="adj" fmla="val 228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709928"/>
            <a:ext cx="566928" cy="566928"/>
          </a:xfrm>
          <a:prstGeom prst="ellipse">
            <a:avLst/>
          </a:prstGeom>
          <a:solidFill>
            <a:srgbClr val="232B3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167" y="1845991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755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TerminalMind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26060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memorize complex command syntax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Cryptic error messages and outputs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for newcomers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17720" y="1463040"/>
            <a:ext cx="3794760" cy="3200400"/>
          </a:xfrm>
          <a:prstGeom prst="roundRect">
            <a:avLst>
              <a:gd name="adj" fmla="val 228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1709928"/>
            <a:ext cx="566928" cy="566928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247" y="1845991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755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TerminalMind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26060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plain, everyday language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outputs in simple terms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—"/>
            </a:pPr>
            <a:r>
              <a:rPr lang="en-US" sz="13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every skill level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— PROJECT OVERVIEW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Six Disciplines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TerminalMind fuses natural-language processing, large language models, Linux tooling, memory systems, speech technology, and AI reasoning into a single assistant.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in plain English, and receive a meaningful, accurate insight about your system in return.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914" cy="13716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355080" y="2468880"/>
            <a:ext cx="1346219" cy="6858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154680"/>
            <a:ext cx="1346219" cy="6858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154680"/>
            <a:ext cx="914" cy="13716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008861" y="3154680"/>
            <a:ext cx="1346219" cy="6858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8861" y="2468880"/>
            <a:ext cx="1346219" cy="685800"/>
          </a:xfrm>
          <a:prstGeom prst="line">
            <a:avLst/>
          </a:prstGeom>
          <a:noFill/>
          <a:ln w="15875">
            <a:solidFill>
              <a:srgbClr val="232C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697480"/>
            <a:ext cx="914400" cy="91440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36" y="2916936"/>
            <a:ext cx="475488" cy="4754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71616" y="14996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679" y="1635679"/>
            <a:ext cx="294803" cy="29480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2112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417835" y="21854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898" y="2321479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24059" y="2798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417835" y="35570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898" y="3693079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4059" y="41696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Tools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071616" y="42428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679" y="4378879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4855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25397" y="35570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460" y="3693079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31621" y="41696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Tech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725397" y="218541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460" y="2321479"/>
            <a:ext cx="294803" cy="29480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231621" y="2798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— ARCHITECTURE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System Architecture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flows left to right: interpreted, executed, remembered, and resolved against the live system.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417320" cy="2514600"/>
          </a:xfrm>
          <a:prstGeom prst="roundRect">
            <a:avLst>
              <a:gd name="adj" fmla="val 5161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" y="2048256"/>
            <a:ext cx="566928" cy="566928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899" y="2184319"/>
            <a:ext cx="294803" cy="2948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27432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2461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request in natural language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979676" y="2249424"/>
            <a:ext cx="155448" cy="164592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15" name="Shape 12"/>
          <p:cNvSpPr/>
          <p:nvPr/>
        </p:nvSpPr>
        <p:spPr>
          <a:xfrm>
            <a:off x="2148840" y="1874520"/>
            <a:ext cx="1417320" cy="2514600"/>
          </a:xfrm>
          <a:prstGeom prst="roundRect">
            <a:avLst>
              <a:gd name="adj" fmla="val 5161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74036" y="204825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99" y="2184319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21992" y="27432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240280" y="32461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intent and plans the response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579876" y="2249424"/>
            <a:ext cx="155448" cy="164592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21" name="Shape 17"/>
          <p:cNvSpPr/>
          <p:nvPr/>
        </p:nvSpPr>
        <p:spPr>
          <a:xfrm>
            <a:off x="3749040" y="1874520"/>
            <a:ext cx="1417320" cy="2514600"/>
          </a:xfrm>
          <a:prstGeom prst="roundRect">
            <a:avLst>
              <a:gd name="adj" fmla="val 5161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2048256"/>
            <a:ext cx="566928" cy="566928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99" y="2184319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22192" y="27432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3840480" y="32461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and runs the right Linux tool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180076" y="2249424"/>
            <a:ext cx="155448" cy="164592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27" name="Shape 22"/>
          <p:cNvSpPr/>
          <p:nvPr/>
        </p:nvSpPr>
        <p:spPr>
          <a:xfrm>
            <a:off x="5349240" y="1874520"/>
            <a:ext cx="1417320" cy="2514600"/>
          </a:xfrm>
          <a:prstGeom prst="roundRect">
            <a:avLst>
              <a:gd name="adj" fmla="val 5161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74436" y="2048256"/>
            <a:ext cx="566928" cy="566928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499" y="2184319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22392" y="27432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40680" y="32461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context from past conversation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780276" y="2249424"/>
            <a:ext cx="155448" cy="164592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33" name="Shape 27"/>
          <p:cNvSpPr/>
          <p:nvPr/>
        </p:nvSpPr>
        <p:spPr>
          <a:xfrm>
            <a:off x="6949440" y="1874520"/>
            <a:ext cx="1417320" cy="2514600"/>
          </a:xfrm>
          <a:prstGeom prst="roundRect">
            <a:avLst>
              <a:gd name="adj" fmla="val 5161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74636" y="2048256"/>
            <a:ext cx="566928" cy="566928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699" y="2184319"/>
            <a:ext cx="294803" cy="29480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22592" y="27432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040880" y="32461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commands, returns real output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— TECHNOLOGY STACK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549908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031" y="1672803"/>
            <a:ext cx="266273" cy="2662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4173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91840" y="13258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2736" y="1549908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1672803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14173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via Ollama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806440" y="13258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17336" y="1549908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231" y="1672803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4173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77240" y="2487168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8136" y="2711196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031" y="2834091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25786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291840" y="2487168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602736" y="2711196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631" y="28340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25786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WSL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806440" y="2487168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17336" y="2711196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231" y="2834091"/>
            <a:ext cx="266273" cy="266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25786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Speech Recognition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777240" y="3648456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088136" y="3872484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031" y="3995379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737360" y="373989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3291840" y="3648456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602736" y="3872484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5631" y="3995379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251960" y="373989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5806440" y="3648456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117336" y="3872484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231" y="3995379"/>
            <a:ext cx="266273" cy="26627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766560" y="373989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— KEY FEATURES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TerminalMind Can Do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1722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1600200"/>
            <a:ext cx="548640" cy="5486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974" y="173187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" y="22402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Linux Interaction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8318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23260" y="1600200"/>
            <a:ext cx="548640" cy="54864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934" y="17318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2908" y="22402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Whitelisting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4914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89220" y="1600200"/>
            <a:ext cx="548640" cy="5486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894" y="17318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8868" y="22402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Explanations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51510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55180" y="1600200"/>
            <a:ext cx="548640" cy="54864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854" y="17318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4828" y="224028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722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57300" y="3383280"/>
            <a:ext cx="548640" cy="54864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974" y="35149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" y="40233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Narration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258318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23260" y="3383280"/>
            <a:ext cx="548640" cy="5486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934" y="35149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92908" y="40233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Q&amp;A Handling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454914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189220" y="3383280"/>
            <a:ext cx="548640" cy="54864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0894" y="351495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658868" y="40233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Navigation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51510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7155180" y="3383280"/>
            <a:ext cx="548640" cy="54864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854" y="3514954"/>
            <a:ext cx="285293" cy="28529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624828" y="40233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Presentation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— TERMINALMIND AI PRESENTER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Project, Presenting Itself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agent that can stand in front of the room: it reads the deck, explains it, and fields faculty questions on the spot.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56232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801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PPTs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63040" y="21396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PowerPoint to begin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1691640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1856232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35" y="197912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801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Slides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532120" y="21396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each slide in detail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2679192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2843784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2966679"/>
            <a:ext cx="266273" cy="2662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Q&amp;A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463040" y="3127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live, in context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17720" y="2679192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2843784"/>
            <a:ext cx="512064" cy="512064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935" y="2966679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Content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532120" y="3127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slide content aloud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3666744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2960" y="3831336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55" y="3954231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3776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Topics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463040" y="4114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straight to a requested topic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617720" y="3666744"/>
            <a:ext cx="3794760" cy="841248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892040" y="3831336"/>
            <a:ext cx="512064" cy="512064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935" y="3954231"/>
            <a:ext cx="266273" cy="26627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32120" y="3776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Auto-Present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5532120" y="4114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deck autonomously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— DEMO FLOW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Walkthrough, Step by Step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7315200" cy="914"/>
          </a:xfrm>
          <a:prstGeom prst="line">
            <a:avLst/>
          </a:prstGeom>
          <a:noFill/>
          <a:ln w="1905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Slide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Aloud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5604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908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Asks a Question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2304288"/>
            <a:ext cx="603504" cy="603504"/>
          </a:xfrm>
          <a:prstGeom prst="ellipse">
            <a:avLst/>
          </a:prstGeom>
          <a:solidFill>
            <a:srgbClr val="1B5E4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in Context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77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live demo shows TerminalMind acting as both a Linux co-pilot and its own presenter.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— CHALLENGES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 to Get Right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792224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268" y="1919508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Reruns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UI state across reruns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48840" y="155448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15184" y="1792224"/>
            <a:ext cx="530352" cy="530352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468" y="1919508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402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Engine Sync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24028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STT and TTS in step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49040" y="155448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15384" y="1792224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68" y="1919508"/>
            <a:ext cx="275783" cy="2757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404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Parsing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84048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slide content reliably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349240" y="155448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815584" y="1792224"/>
            <a:ext cx="530352" cy="530352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868" y="1919508"/>
            <a:ext cx="275783" cy="27578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Setup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4068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microphone input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949440" y="155448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61E2E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15784" y="1792224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068" y="1919508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408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Memory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04088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context over time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— FUTURE SCOPE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TerminalMind Goes Next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0866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1719072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308" y="1846356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1812" y="235000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2890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55264" y="1719072"/>
            <a:ext cx="530352" cy="530352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548" y="1846356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02052" y="235000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4914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75504" y="1719072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788" y="1846356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2292" y="235000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Monitoring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6938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095744" y="1719072"/>
            <a:ext cx="530352" cy="530352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028" y="1846356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42532" y="235000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668780" y="30632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295144" y="3273552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428" y="340083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41932" y="390448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589020" y="30632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215384" y="3273552"/>
            <a:ext cx="530352" cy="530352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668" y="3400836"/>
            <a:ext cx="275783" cy="27578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62172" y="390448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Avatars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509260" y="30632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135624" y="3273552"/>
            <a:ext cx="530352" cy="530352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908" y="3400836"/>
            <a:ext cx="275783" cy="27578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582412" y="390448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Voice Control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— CONCLUSION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TerminalMind proves that practical </a:t>
            </a:r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built today — fusing NLP, Linux systems, memory, backend engineering, and speech technology into one cohesive platform.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03020" y="3177540"/>
            <a:ext cx="502920" cy="50292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21" y="32982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66060" y="3177540"/>
            <a:ext cx="502920" cy="50292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61" y="32982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29100" y="3177540"/>
            <a:ext cx="502920" cy="50292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801" y="329824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692140" y="3177540"/>
            <a:ext cx="502920" cy="502920"/>
          </a:xfrm>
          <a:prstGeom prst="ellipse">
            <a:avLst/>
          </a:prstGeom>
          <a:solidFill>
            <a:srgbClr val="3A347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841" y="329824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155180" y="3177540"/>
            <a:ext cx="502920" cy="502920"/>
          </a:xfrm>
          <a:prstGeom prst="ellipse">
            <a:avLst/>
          </a:prstGeom>
          <a:solidFill>
            <a:srgbClr val="1B5E4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881" y="329824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7512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Tech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310896"/>
            <a:ext cx="77724" cy="7772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7732166" y="310896"/>
            <a:ext cx="77724" cy="7772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7856525" y="310896"/>
            <a:ext cx="77724" cy="7772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terminalmind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— ANTICIPATED FACULTY Q&amp;A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We're Ready For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1B5E42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2704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you choose SQLite for memory storage?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185623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lightweight and perfectly suited for storing conversational memory locally.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578608"/>
            <a:ext cx="457200" cy="457200"/>
          </a:xfrm>
          <a:prstGeom prst="ellipse">
            <a:avLst/>
          </a:prstGeom>
          <a:solidFill>
            <a:srgbClr val="1B5E42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50545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Mistral as the underlying LLM?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28346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offers strong reasoning performance while running locally via Ollama.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57016"/>
            <a:ext cx="457200" cy="457200"/>
          </a:xfrm>
          <a:prstGeom prst="ellipse">
            <a:avLst/>
          </a:prstGeom>
          <a:solidFill>
            <a:srgbClr val="1B5E42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8386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makes this an AI agent, not just a chatbot?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381304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perceives context, reasons about intent, calls tools, remembers history, and acts autonomously.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terminalmind --present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Linux Copilot Agent  &amp;  AI Presenter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331720"/>
            <a:ext cx="6217920" cy="1143000"/>
          </a:xfrm>
          <a:prstGeom prst="roundRect">
            <a:avLst>
              <a:gd name="adj" fmla="val 5600"/>
            </a:avLst>
          </a:prstGeom>
          <a:solidFill>
            <a:srgbClr val="121826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5146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837944" y="25146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984248" y="25146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42316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— terminalmind ~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2770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A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063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8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ended. Questions welcome.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Eliezer DS   ·   25ETCS126018   ·   NLP   ·   MS Ramaiah University of Applied Sciences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Leader: Dr. Narendra Babu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TerminalMind - AI Powered Linux Copilot Agent</dc:title>
  <dc:subject>PptxGenJS Presentation</dc:subject>
  <dc:creator>Kevin Eliezer DS</dc:creator>
  <cp:lastModifiedBy>Kevin Eliezer DS</cp:lastModifiedBy>
  <cp:revision>1</cp:revision>
  <dcterms:created xsi:type="dcterms:W3CDTF">2026-06-17T18:55:15Z</dcterms:created>
  <dcterms:modified xsi:type="dcterms:W3CDTF">2026-06-17T18:55:15Z</dcterms:modified>
</cp:coreProperties>
</file>